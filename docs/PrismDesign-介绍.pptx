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7"/>
    <p:sldId id="261" r:id="rId6"/>
    <p:sldId id="258" r:id="rId4"/>
    <p:sldId id="259" r:id="rId5"/>
    <p:sldId id="262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04" d="100"/>
          <a:sy n="104" d="100"/>
        </p:scale>
        <p:origin x="232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5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01  旧协作模式：各自为政，沟通成本高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>
                <a:solidFill>
                  <a:srgbClr val="888899"/>
                </a:solidFill>
              </a:rPr>
              <a:t>同一份 UI，三个角色各做一遍；任何变更，三处都要同步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700000"/>
            <a:ext cx="3000000" cy="420000"/>
          </a:xfrm>
          <a:prstGeom prst="roundRect">
            <a:avLst/>
          </a:prstGeom>
          <a:solidFill>
            <a:srgbClr val="4A6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产品经理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0200" y="1700000"/>
            <a:ext cx="3000000" cy="420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设计师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86000" y="1700000"/>
            <a:ext cx="3000000" cy="42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前端开发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4400" y="212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888899"/>
                </a:solidFill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10200" y="212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888899"/>
                </a:solidFill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000" y="212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888899"/>
                </a:solidFill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420000"/>
            <a:ext cx="3000000" cy="370000"/>
          </a:xfrm>
          <a:prstGeom prst="round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A1A2E"/>
                </a:solidFill>
              </a:rPr>
              <a:t>AI 生成 HTML 原型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0200" y="2420000"/>
            <a:ext cx="3000000" cy="370000"/>
          </a:xfrm>
          <a:prstGeom prst="round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A1A2E"/>
                </a:solidFill>
              </a:rPr>
              <a:t>AI 生成独立设计稿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86000" y="2420000"/>
            <a:ext cx="3000000" cy="370000"/>
          </a:xfrm>
          <a:prstGeom prst="round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A1A2E"/>
                </a:solidFill>
              </a:rPr>
              <a:t>AI 从零写项目代码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4400" y="279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888899"/>
                </a:solidFill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0200" y="279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888899"/>
                </a:solidFill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000" y="279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888899"/>
                </a:solidFill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090000"/>
            <a:ext cx="3000000" cy="370000"/>
          </a:xfrm>
          <a:prstGeom prst="roundRect">
            <a:avLst/>
          </a:prstGeom>
          <a:solidFill>
            <a:srgbClr val="EB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4A6CF7"/>
                </a:solidFill>
              </a:rPr>
              <a:t>原型文件（独立）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0200" y="3090000"/>
            <a:ext cx="3000000" cy="370000"/>
          </a:xfrm>
          <a:prstGeom prst="roundRect">
            <a:avLst/>
          </a:prstGeom>
          <a:solidFill>
            <a:srgbClr val="EB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0B981"/>
                </a:solidFill>
              </a:rPr>
              <a:t>设计稿（独立）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86000" y="3090000"/>
            <a:ext cx="3000000" cy="370000"/>
          </a:xfrm>
          <a:prstGeom prst="roundRect">
            <a:avLst/>
          </a:prstGeom>
          <a:solidFill>
            <a:srgbClr val="FE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59E0B"/>
                </a:solidFill>
              </a:rPr>
              <a:t>前端代码（独立）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4400" y="346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888899"/>
                </a:solidFill>
              </a:rPr>
              <a:t>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0200" y="346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888899"/>
                </a:solidFill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6000" y="346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888899"/>
                </a:solidFill>
              </a:rPr>
              <a:t>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3830000"/>
            <a:ext cx="9571600" cy="440000"/>
          </a:xfrm>
          <a:prstGeom prst="round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11D48"/>
                </a:solidFill>
              </a:rPr>
              <a:t>反复对齐会议  ×  3～5 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400" y="4430000"/>
            <a:ext cx="31105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99"/>
                </a:solidFill>
              </a:rPr>
              <a:t>• 同一个 UI 被做了 3 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4933" y="4430000"/>
            <a:ext cx="31105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99"/>
                </a:solidFill>
              </a:rPr>
              <a:t>• 每次变更 3 处都要改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5466" y="4430000"/>
            <a:ext cx="31105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99"/>
                </a:solidFill>
              </a:rPr>
              <a:t>• 上下文在传递中衰减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02  新协作模式：以源码为中心，消除对齐成本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>
                <a:solidFill>
                  <a:srgbClr val="888899"/>
                </a:solidFill>
              </a:rPr>
              <a:t>每个角色用最擅长的方式直接作用于同一份代码，修改即同步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690000"/>
            <a:ext cx="2100000" cy="460000"/>
          </a:xfrm>
          <a:prstGeom prst="roundRect">
            <a:avLst/>
          </a:prstGeom>
          <a:solidFill>
            <a:srgbClr val="4A6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产品经理</a:t>
            </a:r>
          </a:p>
          <a:p>
            <a:pPr algn="ctr"/>
            <a:r>
              <a:rPr sz="1200" b="0">
                <a:solidFill>
                  <a:srgbClr val="CCDDFF"/>
                </a:solidFill>
              </a:rPr>
              <a:t>标注需求 / 评论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4400" y="273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370000"/>
            <a:ext cx="2100000" cy="460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设计师</a:t>
            </a:r>
          </a:p>
          <a:p>
            <a:pPr algn="ctr"/>
            <a:r>
              <a:rPr sz="1200" b="0">
                <a:solidFill>
                  <a:srgbClr val="BBEEDD"/>
                </a:solidFill>
              </a:rPr>
              <a:t>可视化调整样式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4400" y="341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050000"/>
            <a:ext cx="2100000" cy="46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前端开发</a:t>
            </a:r>
          </a:p>
          <a:p>
            <a:pPr algn="ctr"/>
            <a:r>
              <a:rPr sz="1200" b="0">
                <a:solidFill>
                  <a:srgbClr val="FFEEBB"/>
                </a:solidFill>
              </a:rPr>
              <a:t>补充业务逻辑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4400" y="409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4400" y="2750000"/>
            <a:ext cx="2200000" cy="1700000"/>
          </a:xfrm>
          <a:prstGeom prst="roundRect">
            <a:avLst/>
          </a:prstGeom>
          <a:solidFill>
            <a:srgbClr val="4A6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PrismDesign</a:t>
            </a:r>
          </a:p>
          <a:p>
            <a:pPr algn="ctr"/>
            <a:r>
              <a:rPr sz="1700" b="0">
                <a:solidFill>
                  <a:srgbClr val="CCD6FF"/>
                </a:solidFill>
              </a:rPr>
              <a:t>Chrome 插件  +  AI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44400" y="341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4400" y="3210000"/>
            <a:ext cx="2000000" cy="780000"/>
          </a:xfrm>
          <a:prstGeom prst="roundRect">
            <a:avLst/>
          </a:prstGeom>
          <a:solidFill>
            <a:srgbClr val="1E2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源代码仓库</a:t>
            </a:r>
          </a:p>
          <a:p>
            <a:pPr algn="ctr"/>
            <a:r>
              <a:rPr sz="1300" b="0">
                <a:solidFill>
                  <a:srgbClr val="8888AA"/>
                </a:solidFill>
              </a:rPr>
              <a:t>Git 可追溯 · 可回滚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4400" y="3410000"/>
            <a:ext cx="3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4400" y="3300000"/>
            <a:ext cx="1700000" cy="600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运行中的页面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150000"/>
            <a:ext cx="3110533" cy="780000"/>
          </a:xfrm>
          <a:prstGeom prst="round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5150000"/>
            <a:ext cx="45720" cy="780000"/>
          </a:xfrm>
          <a:prstGeom prst="roundRect">
            <a:avLst/>
          </a:prstGeom>
          <a:solidFill>
            <a:srgbClr val="4A6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4400" y="5290000"/>
            <a:ext cx="2930533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零歧义沟通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4400" y="5580000"/>
            <a:ext cx="2930533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99"/>
                </a:solidFill>
              </a:rPr>
              <a:t>点击元素精准标注，告别文字描述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44933" y="5150000"/>
            <a:ext cx="3110533" cy="780000"/>
          </a:xfrm>
          <a:prstGeom prst="round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44933" y="5150000"/>
            <a:ext cx="45720" cy="780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4933" y="5290000"/>
            <a:ext cx="2930533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即改即看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4933" y="5580000"/>
            <a:ext cx="2930533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99"/>
                </a:solidFill>
              </a:rPr>
              <a:t>样式修改直接同步，无需设计稿还原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5466" y="5150000"/>
            <a:ext cx="3110533" cy="780000"/>
          </a:xfrm>
          <a:prstGeom prst="round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75466" y="5150000"/>
            <a:ext cx="45720" cy="78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25466" y="5290000"/>
            <a:ext cx="2930533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沟通轮次 -80%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5466" y="5580000"/>
            <a:ext cx="2930533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99"/>
                </a:solidFill>
              </a:rPr>
              <a:t>无需反复对齐，变更自动扩散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05  协作效率提升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>
                <a:solidFill>
                  <a:srgbClr val="888899"/>
                </a:solidFill>
              </a:rPr>
              <a:t>从「反复对齐」到「同步工作」，每个协作环节都有质变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700000"/>
            <a:ext cx="2600000" cy="480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指标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74400" y="1700000"/>
            <a:ext cx="2700000" cy="48000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旧模式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4400" y="1700000"/>
            <a:ext cx="2700000" cy="480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新模式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4400" y="1700000"/>
            <a:ext cx="1700000" cy="480000"/>
          </a:xfrm>
          <a:prstGeom prst="roundRect">
            <a:avLst/>
          </a:prstGeom>
          <a:solidFill>
            <a:srgbClr val="4A6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改善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98000"/>
            <a:ext cx="26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4400" y="2348000"/>
            <a:ext cx="24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需求传达方式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4400" y="2198000"/>
            <a:ext cx="27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4400" y="2348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2222"/>
                </a:solidFill>
              </a:rPr>
              <a:t>文字描述 + 会议对齐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4400" y="2198000"/>
            <a:ext cx="27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00" y="2348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7A55"/>
                </a:solidFill>
              </a:rPr>
              <a:t>点击元素直接标注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4400" y="2198000"/>
            <a:ext cx="17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44400" y="2348000"/>
            <a:ext cx="1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A6CF7"/>
                </a:solidFill>
              </a:rPr>
              <a:t>零歧义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746000"/>
            <a:ext cx="26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4400" y="2896000"/>
            <a:ext cx="24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UI 维护份数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74400" y="2746000"/>
            <a:ext cx="27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4400" y="2896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2222"/>
                </a:solidFill>
              </a:rPr>
              <a:t>3 份（原型+设计稿+代码）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4400" y="2746000"/>
            <a:ext cx="27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4400" y="2896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7A55"/>
                </a:solidFill>
              </a:rPr>
              <a:t>1 份（源码即一切）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4400" y="2746000"/>
            <a:ext cx="17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4400" y="2896000"/>
            <a:ext cx="1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A6CF7"/>
                </a:solidFill>
              </a:rPr>
              <a:t>↓ 67%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294000"/>
            <a:ext cx="26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4400" y="3444000"/>
            <a:ext cx="24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对齐轮次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74400" y="3294000"/>
            <a:ext cx="27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4400" y="3444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2222"/>
                </a:solidFill>
              </a:rPr>
              <a:t>3 ～ 5 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34400" y="3294000"/>
            <a:ext cx="27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4400" y="3444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7A55"/>
                </a:solidFill>
              </a:rPr>
              <a:t>0 ～ 1 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4400" y="3294000"/>
            <a:ext cx="17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44400" y="3444000"/>
            <a:ext cx="1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A6CF7"/>
                </a:solidFill>
              </a:rPr>
              <a:t>↓ 80%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3842000"/>
            <a:ext cx="26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4400" y="3992000"/>
            <a:ext cx="24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设计走查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74400" y="3842000"/>
            <a:ext cx="27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24400" y="3992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2222"/>
                </a:solidFill>
              </a:rPr>
              <a:t>必须（存在还原偏差）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34400" y="3842000"/>
            <a:ext cx="27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4400" y="3992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7A55"/>
                </a:solidFill>
              </a:rPr>
              <a:t>不需要（所见即代码）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4400" y="3842000"/>
            <a:ext cx="17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400" y="3992000"/>
            <a:ext cx="1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A6CF7"/>
                </a:solidFill>
              </a:rPr>
              <a:t>消除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4390000"/>
            <a:ext cx="26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4400" y="4540000"/>
            <a:ext cx="24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样式修改路径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74400" y="4390000"/>
            <a:ext cx="27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24400" y="4540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2222"/>
                </a:solidFill>
              </a:rPr>
              <a:t>设计→开发→实现→验收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34400" y="4390000"/>
            <a:ext cx="27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4400" y="4540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7A55"/>
                </a:solidFill>
              </a:rPr>
              <a:t>直接在页面上调整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94400" y="4390000"/>
            <a:ext cx="1700000" cy="530000"/>
          </a:xfrm>
          <a:prstGeom prst="roundRect">
            <a:avLst/>
          </a:prstGeom>
          <a:solidFill>
            <a:srgbClr val="FA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44400" y="4540000"/>
            <a:ext cx="1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A6CF7"/>
                </a:solidFill>
              </a:rPr>
              <a:t>即时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" y="4938000"/>
            <a:ext cx="26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4400" y="5088000"/>
            <a:ext cx="24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需求变更成本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74400" y="4938000"/>
            <a:ext cx="27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24400" y="5088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2222"/>
                </a:solidFill>
              </a:rPr>
              <a:t>三处独立修改，易遗漏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34400" y="4938000"/>
            <a:ext cx="27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84400" y="5088000"/>
            <a:ext cx="2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7A55"/>
                </a:solidFill>
              </a:rPr>
              <a:t>改一处自动同步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4400" y="4938000"/>
            <a:ext cx="1700000" cy="5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44400" y="5088000"/>
            <a:ext cx="1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A6CF7"/>
                </a:solidFill>
              </a:rPr>
              <a:t>显著降低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414</Words>
  <Application>Microsoft Macintosh PowerPoint</Application>
  <PresentationFormat>宽屏</PresentationFormat>
  <Paragraphs>115</Paragraphs>
  <Slides>6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vengeanliu</cp:lastModifiedBy>
  <cp:revision>4</cp:revision>
  <dcterms:created xsi:type="dcterms:W3CDTF">2013-01-27T09:14:16Z</dcterms:created>
  <dcterms:modified xsi:type="dcterms:W3CDTF">2026-06-01T03:33:23Z</dcterms:modified>
  <cp:category/>
</cp:coreProperties>
</file>