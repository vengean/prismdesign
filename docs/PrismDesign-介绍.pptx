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1E2E"/>
                </a:solidFill>
                <a:latin typeface="Microsoft YaHei"/>
              </a:defRPr>
            </a:pPr>
            <a:r>
              <a:t>01  当前 AI 协作模式的痛点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AI 时代，研发流程的效率瓶颈不在编码，而在协作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22173" y="1805940"/>
            <a:ext cx="3017520" cy="68580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22173" y="1805940"/>
            <a:ext cx="54864" cy="6858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05053" y="18516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3B82F6"/>
                </a:solidFill>
                <a:latin typeface="Microsoft YaHei"/>
              </a:defRPr>
            </a:pPr>
            <a:r>
              <a:t>产品经理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5053" y="21534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用 AI 生成 HTML 原型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6853" y="19431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8C8D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9773" y="1805940"/>
            <a:ext cx="3017520" cy="68580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9773" y="1805940"/>
            <a:ext cx="54864" cy="6858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62653" y="18516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8B5CF6"/>
                </a:solidFill>
                <a:latin typeface="Microsoft YaHei"/>
              </a:defRPr>
            </a:pPr>
            <a:r>
              <a:t>设计师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653" y="21534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用 AI 生成独立设计稿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4453" y="1943100"/>
            <a:ext cx="365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8C8D2"/>
                </a:solidFill>
                <a:latin typeface="Microsoft YaHei"/>
              </a:defRPr>
            </a:pPr>
            <a: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37373" y="1805940"/>
            <a:ext cx="3017520" cy="68580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8237373" y="1805940"/>
            <a:ext cx="54864" cy="68580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20253" y="18516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2C55E"/>
                </a:solidFill>
                <a:latin typeface="Microsoft YaHei"/>
              </a:defRPr>
            </a:pPr>
            <a:r>
              <a:t>前端开发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20253" y="21534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280"/>
                </a:solidFill>
                <a:latin typeface="Microsoft YaHei"/>
              </a:defRPr>
            </a:pPr>
            <a:r>
              <a:t>用 AI 从零写项目代码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811780"/>
            <a:ext cx="5029200" cy="137160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914400" y="2811780"/>
            <a:ext cx="45720" cy="13716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97280" y="2994660"/>
            <a:ext cx="292608" cy="292608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81328" y="29946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1E2E"/>
                </a:solidFill>
                <a:latin typeface="Microsoft YaHei"/>
              </a:defRPr>
            </a:pPr>
            <a:r>
              <a:t>上下文断裂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88720" y="3479292"/>
            <a:ext cx="45720" cy="457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371600" y="34061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各角色独立生成，产出物无法复用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88720" y="3735324"/>
            <a:ext cx="45720" cy="457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371600" y="366217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无法继承项目已有的组件库和设计规范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88720" y="3991356"/>
            <a:ext cx="45720" cy="4572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371600" y="391820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AI产出不符合项目技术栈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2811780"/>
            <a:ext cx="5029200" cy="137160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63640" y="2811780"/>
            <a:ext cx="45720" cy="13716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446520" y="2994660"/>
            <a:ext cx="292608" cy="292608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0568" y="29946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1E2E"/>
                </a:solidFill>
                <a:latin typeface="Microsoft YaHei"/>
              </a:defRPr>
            </a:pPr>
            <a:r>
              <a:t>沟通效率低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3479292"/>
            <a:ext cx="45720" cy="457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0840" y="34061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与AI：用纯文字描述需求非常低效且容易出错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37960" y="3735324"/>
            <a:ext cx="45720" cy="4572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720840" y="366217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与人：需求、设计、开发多轮会议反复对齐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411980"/>
            <a:ext cx="5029200" cy="137160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914400" y="4411980"/>
            <a:ext cx="45720" cy="137160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097280" y="4594860"/>
            <a:ext cx="292608" cy="29260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45948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1E2E"/>
                </a:solidFill>
                <a:latin typeface="Microsoft YaHei"/>
              </a:defRPr>
            </a:pPr>
            <a:r>
              <a:t>重复劳动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8720" y="5079492"/>
            <a:ext cx="45720" cy="457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371600" y="50063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产品维护独立原型，与代码不同步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88720" y="5335524"/>
            <a:ext cx="45720" cy="457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371600" y="526237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设计维护独立设计稿，走查反复修改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88720" y="5591556"/>
            <a:ext cx="45720" cy="457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371600" y="5518404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同一个 UI 被做了三遍，一旦有调整三处都要改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4411980"/>
            <a:ext cx="5029200" cy="137160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6263640" y="4411980"/>
            <a:ext cx="45720" cy="137160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6446520" y="4594860"/>
            <a:ext cx="292608" cy="292608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30568" y="45948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E1E2E"/>
                </a:solidFill>
                <a:latin typeface="Microsoft YaHei"/>
              </a:defRPr>
            </a:pPr>
            <a:r>
              <a:t>环境割裂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37960" y="5079492"/>
            <a:ext cx="45720" cy="4572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720840" y="5006340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缺乏统一的MCP和skill管理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537960" y="5335524"/>
            <a:ext cx="45720" cy="45720"/>
          </a:xfrm>
          <a:prstGeom prst="round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20840" y="5262372"/>
            <a:ext cx="429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设计规范和组件库在设计软件中难以被AI读取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011680" y="5989320"/>
            <a:ext cx="8138160" cy="502920"/>
          </a:xfrm>
          <a:prstGeom prst="roundRect">
            <a:avLst/>
          </a:prstGeom>
          <a:solidFill>
            <a:srgbClr val="F0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1">
                <a:solidFill>
                  <a:srgbClr val="6366F1"/>
                </a:solidFill>
                <a:latin typeface="Microsoft YaHei"/>
              </a:defRPr>
            </a:pPr>
            <a:r>
              <a:t>核心问题：各角色独立作业，产出物无法衔接，AI 能力被碎片化使用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1E2E"/>
                </a:solidFill>
                <a:latin typeface="Microsoft YaHei"/>
              </a:defRPr>
            </a:pPr>
            <a:r>
              <a:t>02  棱镜带来的效率提升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t>每个角色都在自己的专业领域内工作得更好，同时所有工作汇聚到同一份代码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46760" y="1639541"/>
            <a:ext cx="3383280" cy="438912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6760" y="1639541"/>
            <a:ext cx="3383280" cy="45720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产品经理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60" y="22796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Microsoft YaHei"/>
              </a:defRPr>
            </a:pPr>
            <a:r>
              <a:t>选中元素精准沟通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5360" y="25539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点击即定位，告别「那个按钮」的模糊描述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5360" y="31940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Microsoft YaHei"/>
              </a:defRPr>
            </a:pPr>
            <a:r>
              <a:t>评论标注需求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5360" y="34683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对着具体元素写修改意图，Agent 零歧义执行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5360" y="41084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Microsoft YaHei"/>
              </a:defRPr>
            </a:pPr>
            <a:r>
              <a:t>复用mock/测试/生产数据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5360" y="43827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不用再关心造数问题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5360" y="50228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B82F6"/>
                </a:solidFill>
                <a:latin typeface="Microsoft YaHei"/>
              </a:defRPr>
            </a:pPr>
            <a:r>
              <a:t>不再维护独立原型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5360" y="52971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源码运行起来就是最新产品形态，始终同步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4360" y="1639541"/>
            <a:ext cx="3383280" cy="438912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404360" y="1639541"/>
            <a:ext cx="3383280" cy="4572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设计师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2960" y="22796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可视化编辑样式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2960" y="25539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直接调颜色、字号、间距，实时预览效果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2960" y="31940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基于真实组件库工作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2960" y="34683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设计规范和 Token 天然一致，不会偏离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2960" y="41084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视觉走查消失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32960" y="43827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所见即代码，不存在「还原不一致」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2960" y="50228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B5CF6"/>
                </a:solidFill>
                <a:latin typeface="Microsoft YaHei"/>
              </a:defRPr>
            </a:pPr>
            <a:r>
              <a:t>不再维护独立设计稿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2960" y="52971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在真实页面上调整，告别 Figma 同步维护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1960" y="1639541"/>
            <a:ext cx="3383280" cy="438912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061960" y="1639541"/>
            <a:ext cx="3383280" cy="45720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YaHei"/>
              </a:defRPr>
            </a:pPr>
            <a:r>
              <a:t>前端开发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0560" y="22796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Microsoft YaHei"/>
              </a:defRPr>
            </a:pPr>
            <a:r>
              <a:t>拿到规范代码骨架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0560" y="25539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rPr dirty="0"/>
              <a:t>Agent</a:t>
            </a:r>
            <a:r>
              <a:rPr lang="zh-CN" altLang="en-US" dirty="0"/>
              <a:t> </a:t>
            </a:r>
            <a:r>
              <a:rPr dirty="0" err="1"/>
              <a:t>生成的代码符合项目技术栈和组件规范</a:t>
            </a:r>
            <a:endParaRPr dirty="0"/>
          </a:p>
        </p:txBody>
      </p:sp>
      <p:sp>
        <p:nvSpPr>
          <p:cNvPr id="28" name="TextBox 27"/>
          <p:cNvSpPr txBox="1"/>
          <p:nvPr/>
        </p:nvSpPr>
        <p:spPr>
          <a:xfrm>
            <a:off x="8290560" y="31940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Microsoft YaHei"/>
              </a:defRPr>
            </a:pPr>
            <a:r>
              <a:t>只需补业务逻辑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0560" y="34683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不再从零编写页面 UI 和样式还原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0560" y="41084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Microsoft YaHei"/>
              </a:defRPr>
            </a:pPr>
            <a:r>
              <a:t>统一维护 Agent 环境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0560" y="43827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集中配置 skill / MCP / 模型，全团队共享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0560" y="5022821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2C55E"/>
                </a:solidFill>
                <a:latin typeface="Microsoft YaHei"/>
              </a:defRPr>
            </a:pPr>
            <a:r>
              <a:t>Git 天然版本管理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0560" y="5297141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46473"/>
                </a:solidFill>
                <a:latin typeface="Microsoft YaHei"/>
              </a:defRPr>
            </a:pPr>
            <a:r>
              <a:t>所有修改可追溯、可回滚、可 Code Review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86840" y="6211541"/>
            <a:ext cx="9418320" cy="411480"/>
          </a:xfrm>
          <a:prstGeom prst="roundRect">
            <a:avLst/>
          </a:prstGeom>
          <a:solidFill>
            <a:srgbClr val="F0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6366F1"/>
                </a:solidFill>
                <a:latin typeface="Microsoft YaHei"/>
              </a:defRPr>
            </a:pPr>
            <a:r>
              <a:t>不是让所有人写代码，而是让每个角色用最擅长的方式工作，最终汇聚到同一份代码上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1E2E"/>
                </a:solidFill>
                <a:latin typeface="Microsoft YaHei"/>
              </a:defRPr>
            </a:pPr>
            <a:r>
              <a:t>03  实现方案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Microsoft YaHei"/>
              </a:defRPr>
            </a:pPr>
            <a:r>
              <a:rPr dirty="0"/>
              <a:t>Chrome </a:t>
            </a:r>
            <a:r>
              <a:rPr dirty="0" err="1"/>
              <a:t>插件</a:t>
            </a:r>
            <a:r>
              <a:rPr dirty="0"/>
              <a:t> + AI Agent </a:t>
            </a:r>
            <a:r>
              <a:rPr dirty="0" err="1"/>
              <a:t>服务，两个组件协同工作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518007" y="2011680"/>
            <a:ext cx="2377440" cy="219456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18007" y="2011680"/>
            <a:ext cx="2377440" cy="365760"/>
          </a:xfrm>
          <a:prstGeom prst="round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用户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327" y="2514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05569"/>
                </a:solidFill>
                <a:latin typeface="Microsoft YaHei"/>
              </a:defRPr>
            </a:pPr>
            <a:r>
              <a:t>产品经理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28346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05569"/>
                </a:solidFill>
                <a:latin typeface="Microsoft YaHei"/>
              </a:defRPr>
            </a:pPr>
            <a:r>
              <a:t>设计师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31546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05569"/>
                </a:solidFill>
                <a:latin typeface="Microsoft YaHei"/>
              </a:defRPr>
            </a:pPr>
            <a:r>
              <a:t>前端开发</a:t>
            </a:r>
          </a:p>
        </p:txBody>
      </p:sp>
      <p:sp>
        <p:nvSpPr>
          <p:cNvPr id="9" name="Rectangle 8"/>
          <p:cNvSpPr/>
          <p:nvPr/>
        </p:nvSpPr>
        <p:spPr>
          <a:xfrm>
            <a:off x="2968599" y="3097530"/>
            <a:ext cx="292608" cy="22860"/>
          </a:xfrm>
          <a:prstGeom prst="rect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Isosceles Triangle 9"/>
          <p:cNvSpPr/>
          <p:nvPr/>
        </p:nvSpPr>
        <p:spPr>
          <a:xfrm rot="5400000">
            <a:off x="3261207" y="3054096"/>
            <a:ext cx="109728" cy="109728"/>
          </a:xfrm>
          <a:prstGeom prst="triangle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95447" y="324612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Microsoft YaHei"/>
              </a:defRPr>
            </a:pPr>
            <a:r>
              <a:t>浏览器操作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44087" y="2011680"/>
            <a:ext cx="2377440" cy="219456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44087" y="2011680"/>
            <a:ext cx="2377440" cy="365760"/>
          </a:xfrm>
          <a:prstGeom prst="roundRect">
            <a:avLst/>
          </a:prstGeom>
          <a:solidFill>
            <a:srgbClr val="636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Chrome 插件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26967" y="24688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浮动工具栏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6967" y="2724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元素选中与检测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6967" y="29809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属性编辑面板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6967" y="323697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评论标注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26967" y="3493008"/>
            <a:ext cx="201168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rPr dirty="0"/>
              <a:t>· </a:t>
            </a:r>
            <a:r>
              <a:rPr lang="en-US" dirty="0" err="1"/>
              <a:t>聊天和待同步信息</a:t>
            </a:r>
            <a:r>
              <a:rPr dirty="0" err="1"/>
              <a:t>面板</a:t>
            </a:r>
            <a:endParaRPr dirty="0"/>
          </a:p>
        </p:txBody>
      </p:sp>
      <p:sp>
        <p:nvSpPr>
          <p:cNvPr id="19" name="Isosceles Triangle 18"/>
          <p:cNvSpPr/>
          <p:nvPr/>
        </p:nvSpPr>
        <p:spPr>
          <a:xfrm rot="16200000">
            <a:off x="5894679" y="3054096"/>
            <a:ext cx="109728" cy="109728"/>
          </a:xfrm>
          <a:prstGeom prst="triangle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004407" y="3097530"/>
            <a:ext cx="182880" cy="22860"/>
          </a:xfrm>
          <a:prstGeom prst="rect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sosceles Triangle 20"/>
          <p:cNvSpPr/>
          <p:nvPr/>
        </p:nvSpPr>
        <p:spPr>
          <a:xfrm rot="5400000">
            <a:off x="6187287" y="3054096"/>
            <a:ext cx="109728" cy="109728"/>
          </a:xfrm>
          <a:prstGeom prst="triangle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821527" y="324612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Microsoft YaHei"/>
              </a:defRPr>
            </a:pPr>
            <a:r>
              <a:t>WebSocket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70167" y="2011680"/>
            <a:ext cx="2377440" cy="219456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370167" y="2011680"/>
            <a:ext cx="2377440" cy="365760"/>
          </a:xfrm>
          <a:prstGeom prst="round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AI Agent 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53047" y="24688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项目扫描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53047" y="2724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上下文构建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53047" y="29809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代码搜索与读写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53047" y="323697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HMR 热更新联动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53047" y="349300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MCP / Skill 扩展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820759" y="3097530"/>
            <a:ext cx="292608" cy="22860"/>
          </a:xfrm>
          <a:prstGeom prst="rect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/>
          <p:cNvSpPr/>
          <p:nvPr/>
        </p:nvSpPr>
        <p:spPr>
          <a:xfrm rot="5400000">
            <a:off x="9113367" y="3054096"/>
            <a:ext cx="109728" cy="109728"/>
          </a:xfrm>
          <a:prstGeom prst="triangle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47607" y="324612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Microsoft YaHei"/>
              </a:defRPr>
            </a:pPr>
            <a:r>
              <a:t>读写代码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296247" y="2011680"/>
            <a:ext cx="2377440" cy="219456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9296247" y="2011680"/>
            <a:ext cx="2377440" cy="365760"/>
          </a:xfrm>
          <a:prstGeom prst="roundRect">
            <a:avLst/>
          </a:prstGeom>
          <a:solidFill>
            <a:srgbClr val="22C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项目源代码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9127" y="24688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组件库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79127" y="272491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设计规范 / Token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79127" y="298094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业务代码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79127" y="323697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05569"/>
                </a:solidFill>
                <a:latin typeface="Microsoft YaHei"/>
              </a:defRPr>
            </a:pPr>
            <a:r>
              <a:t>· Git 版本管理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44087" y="4754880"/>
            <a:ext cx="8229600" cy="1005840"/>
          </a:xfrm>
          <a:prstGeom prst="roundRect">
            <a:avLst/>
          </a:prstGeom>
          <a:solidFill>
            <a:srgbClr val="F8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444087" y="4754880"/>
            <a:ext cx="8229600" cy="365760"/>
          </a:xfrm>
          <a:prstGeom prst="round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YaHei"/>
              </a:defRPr>
            </a:pPr>
            <a:r>
              <a:t>运行中的前端页面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26967" y="521208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505569"/>
                </a:solidFill>
                <a:latin typeface="Microsoft YaHei"/>
              </a:defRPr>
            </a:pPr>
            <a:r>
              <a:t>插件通过 Content Script 注入页面，实现元素选中、高亮、属性编辑等交互能力；源代码变更后 HMR 热更新自动刷新页面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19091" y="4206240"/>
            <a:ext cx="27432" cy="429768"/>
          </a:xfrm>
          <a:prstGeom prst="rect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 rot="10800000">
            <a:off x="4573371" y="4636008"/>
            <a:ext cx="118872" cy="118872"/>
          </a:xfrm>
          <a:prstGeom prst="triangle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724247" y="4370832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Microsoft YaHei"/>
              </a:defRPr>
            </a:pPr>
            <a:r>
              <a:t>Content Script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471251" y="4206240"/>
            <a:ext cx="27432" cy="429768"/>
          </a:xfrm>
          <a:prstGeom prst="rect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Isosceles Triangle 45"/>
          <p:cNvSpPr/>
          <p:nvPr/>
        </p:nvSpPr>
        <p:spPr>
          <a:xfrm rot="10800000">
            <a:off x="10425531" y="4636008"/>
            <a:ext cx="118872" cy="118872"/>
          </a:xfrm>
          <a:prstGeom prst="triangle">
            <a:avLst/>
          </a:prstGeom>
          <a:solidFill>
            <a:srgbClr val="B4B9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576407" y="4370832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Microsoft YaHei"/>
              </a:defRPr>
            </a:pPr>
            <a:r>
              <a:t>文件变更 → HMR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68299-555A-DE85-DB58-8C25927D9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976C139-426F-B2FE-382C-AFF1A90B2DFD}"/>
              </a:ext>
            </a:extLst>
          </p:cNvPr>
          <p:cNvSpPr txBox="1"/>
          <p:nvPr/>
        </p:nvSpPr>
        <p:spPr>
          <a:xfrm>
            <a:off x="914400" y="457200"/>
            <a:ext cx="100584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E1E2E"/>
                </a:solidFill>
                <a:latin typeface="Microsoft YaHei"/>
              </a:defRPr>
            </a:pPr>
            <a:r>
              <a:rPr dirty="0"/>
              <a:t>0</a:t>
            </a:r>
            <a:r>
              <a:rPr lang="en-US" altLang="zh-CN" dirty="0"/>
              <a:t>4</a:t>
            </a:r>
            <a:r>
              <a:rPr dirty="0"/>
              <a:t>  </a:t>
            </a:r>
            <a:r>
              <a:rPr lang="zh-CN" altLang="en-US" b="1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插件演示</a:t>
            </a:r>
            <a:endParaRPr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pic>
        <p:nvPicPr>
          <p:cNvPr id="48" name="EC68692E-B7C7-40AB-A8C3-780FFAD32A4B(1)">
            <a:hlinkClick r:id="" action="ppaction://media"/>
            <a:extLst>
              <a:ext uri="{FF2B5EF4-FFF2-40B4-BE49-F238E27FC236}">
                <a16:creationId xmlns:a16="http://schemas.microsoft.com/office/drawing/2014/main" id="{31E5D007-2708-ACBC-054D-3A7CD2E436C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279161" y="1276526"/>
            <a:ext cx="9633677" cy="5297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3197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4504" fill="hold"/>
                                        <p:tgtEl>
                                          <p:spTgt spid="4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 fullScrn="1"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8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253</Words>
  <Application>Microsoft Macintosh PowerPoint</Application>
  <PresentationFormat>宽屏</PresentationFormat>
  <Paragraphs>90</Paragraphs>
  <Slides>4</Slides>
  <Notes>0</Notes>
  <HiddenSlides>0</HiddenSlides>
  <MMClips>1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8" baseType="lpstr">
      <vt:lpstr>Microsoft YaHei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vengeanliu</cp:lastModifiedBy>
  <cp:revision>2</cp:revision>
  <dcterms:created xsi:type="dcterms:W3CDTF">2013-01-27T09:14:16Z</dcterms:created>
  <dcterms:modified xsi:type="dcterms:W3CDTF">2026-05-13T09:46:14Z</dcterms:modified>
  <cp:category/>
</cp:coreProperties>
</file>